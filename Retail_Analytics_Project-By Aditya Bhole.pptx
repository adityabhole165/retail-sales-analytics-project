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250" y="-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78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F7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1097280"/>
          </a:xfrm>
          <a:prstGeom prst="rect">
            <a:avLst/>
          </a:prstGeom>
          <a:solidFill>
            <a:srgbClr val="2D9CDB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ANALYTICS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·  Sales Analysis &amp; Reporting for Retail Chain  - By Aditya Bhole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5029200" cy="36576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606040"/>
            <a:ext cx="1920240" cy="347472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606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2606040"/>
            <a:ext cx="1920240" cy="347472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2606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SQLite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81144" y="2606040"/>
            <a:ext cx="1920240" cy="347472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2606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65976" y="2606040"/>
            <a:ext cx="1920240" cy="347472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15" name="Text 13"/>
          <p:cNvSpPr/>
          <p:nvPr/>
        </p:nvSpPr>
        <p:spPr>
          <a:xfrm>
            <a:off x="6665976" y="2606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Matplotlib · Seaborn · OpenPyXL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Kaggle – Retail Transaction Data  |  125,000 Transactions  |  2011–2015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749040"/>
            <a:ext cx="2011680" cy="82296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Setup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3749040"/>
            <a:ext cx="2011680" cy="82296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06040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749040"/>
            <a:ext cx="2011680" cy="82296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3749040"/>
            <a:ext cx="2011680" cy="82296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95160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5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EBF5FB"/>
          </a:solidFill>
          <a:ln w="25400">
            <a:solidFill>
              <a:srgbClr val="2D9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AIM: 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Python, SQL and Excel to analyze sales data and generate meaningful reports for a retail chain — covering data ingestion, cleaning, exploration and executive dashboards.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2651760" cy="73152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40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SQLite database with 4 tables: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dim_item · dim_country · dim_date · fact_sales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51760" cy="73152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240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0" y="2743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12724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outliers &amp; duplicates using pandas IQR method and SQL queries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148840"/>
            <a:ext cx="2651760" cy="73152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240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Generation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312724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trends, top-product rankings, country breakdowns and quarterly comparisons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DATABASE SCHEMA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5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840480" cy="45720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DATA SOURCE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097280" cy="27432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– Retail Transaction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1097280" cy="27432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665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0665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125,000 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95728"/>
            <a:ext cx="1097280" cy="27432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95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2011 – March 2015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24912"/>
            <a:ext cx="1097280" cy="27432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24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identifier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1097280" cy="27432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540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trans_date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0540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transaction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1097280" cy="27432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tran_amount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(£)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1143000"/>
            <a:ext cx="43891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1143000"/>
            <a:ext cx="4389120" cy="45720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1143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SCHEMA (Star Schema)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17720" y="1737360"/>
            <a:ext cx="41148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77393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20116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· transaction_time · date_id · item_code · country_id · number_of_items · cost_per_item · total_sales_value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2487168"/>
            <a:ext cx="4114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52374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dim_item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276148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item_code (PK) · item_description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3236976"/>
            <a:ext cx="4114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273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dim_country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35112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country_id (PK) · country_name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17720" y="3986784"/>
            <a:ext cx="4114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023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426110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date_id (PK) · year · quarter · month · month_name · week · day_of_week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2  –  DATA SETUP &amp; CLEANING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5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47548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DATABASE 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256032" cy="23774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3736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CSV from Kaggle (125,000 rows)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039112"/>
            <a:ext cx="256032" cy="23774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3911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03911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CSV separator &amp; column names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40864"/>
            <a:ext cx="256032" cy="23774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4086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34086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SQLite DB from schema.sql DDL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642616"/>
            <a:ext cx="256032" cy="23774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642616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64261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dim_item → 15 product types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944368"/>
            <a:ext cx="256032" cy="23774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443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94436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dim_country → 8 countries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246120"/>
            <a:ext cx="256032" cy="23774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24612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24612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dim_date → 1,401 date records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547872"/>
            <a:ext cx="256032" cy="23774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54787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354787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fact_sales → 125,000 transactions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114300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143000"/>
            <a:ext cx="4206240" cy="475488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114300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DATA CLEANING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1737360"/>
            <a:ext cx="393192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7739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43800" y="17739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20299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 IDs unique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423160"/>
            <a:ext cx="393192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4597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43800" y="24597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27157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125,000 rows complete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108960"/>
            <a:ext cx="393192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Method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43800" y="31455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0" y="34015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Q1−1.5×IQR / Q3+1.5×IQR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3794760"/>
            <a:ext cx="393192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8313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43800" y="38313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54880" y="40873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total_sales_value · hour_of_day · week_number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4572000"/>
            <a:ext cx="3931920" cy="914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–  DATA ANALYSIS &amp;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5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600200" cy="914400"/>
          </a:xfrm>
          <a:prstGeom prst="rect">
            <a:avLst/>
          </a:prstGeom>
          <a:solidFill>
            <a:srgbClr val="1A5F7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8.12M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143000"/>
            <a:ext cx="1600200" cy="914400"/>
          </a:xfrm>
          <a:prstGeom prst="rect">
            <a:avLst/>
          </a:prstGeom>
          <a:solidFill>
            <a:srgbClr val="F2994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18872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125,000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143000"/>
            <a:ext cx="1600200" cy="914400"/>
          </a:xfrm>
          <a:prstGeom prst="rect">
            <a:avLst/>
          </a:prstGeom>
          <a:solidFill>
            <a:srgbClr val="27AE6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18872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64.99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1143000"/>
            <a:ext cx="1600200" cy="914400"/>
          </a:xfrm>
          <a:prstGeom prst="rect">
            <a:avLst/>
          </a:prstGeom>
          <a:solidFill>
            <a:srgbClr val="2D9CD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18872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1143000"/>
            <a:ext cx="1600200" cy="914400"/>
          </a:xfrm>
          <a:prstGeom prst="rect">
            <a:avLst/>
          </a:prstGeom>
          <a:solidFill>
            <a:srgbClr val="7B61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18872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2011–2015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16642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240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GENERATED (saved as PNG + embedded in Excel)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51760"/>
            <a:ext cx="411480" cy="566928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6517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68833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292608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– revenue across each month 2011–2015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31012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310128"/>
            <a:ext cx="411480" cy="566928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310128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334670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358444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– ranked product performance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96849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968496"/>
            <a:ext cx="411480" cy="566928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968496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" y="400507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Country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" y="424281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– United Kingdom leads at ~35%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6517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651760"/>
            <a:ext cx="411480" cy="566928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6517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30368" y="268833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× Day-of-Week Heatmap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30368" y="292608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heatmap showing peak sales patterns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31012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310128"/>
            <a:ext cx="411480" cy="566928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310128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0368" y="334670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Growth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30368" y="358444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– positive/negative MoM % change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0" cy="4572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2606040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9C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52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£8.12M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Across 125,000 transactions over 4 years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06040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9C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52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~35%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UK Market Share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0391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is the top revenue country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06040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9C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252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#1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USB Keyboard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0391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product by total revenue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06040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9C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365760" y="29443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Stable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307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~65 avg order across all quarters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06040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9C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9443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Q4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00400" y="3429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Strongest Quarter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7307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avg order value in Q4 each year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606040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9C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9443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35040" y="3429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7307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UK, Germany, France, Australia, US + 3 more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–  EXCEL DASHBOARD &amp; REPORTING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5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  ·  KPI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metric cards · 4 embedded chart images · Executive 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  ·  Monthly Sales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7556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revenue · MoM growth % · Totals formula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3  ·  Top Products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7556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ranking · % of total revenue · Transactions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274320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4  ·  Country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49300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country · Embedded bar chart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26080"/>
            <a:ext cx="2743200" cy="5029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5  ·  Quarterly Summary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49300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 comparison · SQL-powered data · Avg order value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9260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926080"/>
            <a:ext cx="274320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6  ·  Raw Data (Sample)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49300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 sample · Full 125K in retail_cleaned.csv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 &amp; HOW TO RUN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5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520440"/>
          </a:xfrm>
          <a:prstGeom prst="rect">
            <a:avLst/>
          </a:prstGeom>
          <a:solidFill>
            <a:srgbClr val="0D2137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retail_analytics_project/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run_project.py         ← START HERE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requirements.txt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phase1_db_setup.py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phase2_cleaning.py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phase3_analysis.py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phase4_reporting.py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data/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retail_transactions.csv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database/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schema.sql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retail_analytics.db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reports/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Retail_Analytics_Report.xlsx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charts/ (5 PNG files)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scripts/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9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generate_sample_data.py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0233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43000"/>
            <a:ext cx="4023360" cy="384048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HOW TO RUN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64608" y="1627632"/>
            <a:ext cx="320040" cy="3200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159105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3.10+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python.org  →  check Add to PATH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64608" y="2194560"/>
            <a:ext cx="320040" cy="3200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215798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Command Prompt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to retail_analytics_project folder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64608" y="2761488"/>
            <a:ext cx="320040" cy="3200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7249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libraries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pip install -r requirements.txt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64608" y="3328416"/>
            <a:ext cx="320040" cy="3200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3328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32918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project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run_project.py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3895344"/>
            <a:ext cx="320040" cy="3200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38953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38587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Excel report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reports\Retail_Analytics_Report.xlsx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runs all 4 phases end-to-end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a complete end-to-end data analytics pipeline for a retail chain using Python, SQL and Excel. Starting from raw transactional CSV data with 125,000 records, the pipeline establishes a star-schema SQLite database, performs rigorous data cleaning, generates 5 analytical visualizations and produces a fully formatted 6-sheet Excel dashboard — all automated by a single command.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2697480"/>
            <a:ext cx="260604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57200" y="27706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998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written documentation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2697480"/>
            <a:ext cx="260604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291840" y="27706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📊  Excel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30998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6-sheet formatted workbook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2697480"/>
            <a:ext cx="260604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7706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Scripts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0998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 scripts + requirements.txt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260604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764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 Schema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056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DDL file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3703320"/>
            <a:ext cx="260604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7764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📈  5 Chart Images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41056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PNG charts from matplotlib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3703320"/>
            <a:ext cx="260604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6126480" y="37764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📖  README.md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41056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run guide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4572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1012</Words>
  <Application>Microsoft Office PowerPoint</Application>
  <PresentationFormat>On-screen Show (16:9)</PresentationFormat>
  <Paragraphs>203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 – Data Analytics Project</dc:title>
  <dc:subject>PptxGenJS Presentation</dc:subject>
  <dc:creator>PptxGenJS</dc:creator>
  <cp:lastModifiedBy>Aditya Bhole</cp:lastModifiedBy>
  <cp:revision>2</cp:revision>
  <dcterms:created xsi:type="dcterms:W3CDTF">2026-04-04T14:05:24Z</dcterms:created>
  <dcterms:modified xsi:type="dcterms:W3CDTF">2026-04-05T09:06:25Z</dcterms:modified>
</cp:coreProperties>
</file>